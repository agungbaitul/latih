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9" r:id="rId3"/>
    <p:sldId id="262" r:id="rId4"/>
    <p:sldId id="261" r:id="rId5"/>
    <p:sldId id="256" r:id="rId6"/>
    <p:sldId id="260" r:id="rId7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D82CBDA-9A0D-F14D-3198-2418B3161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E467DF26-D9EE-369E-6354-76515B69A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d-ID"/>
              <a:t>Klik untuk mengedit gaya subjudul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DA35AF9A-FF52-CE4A-3032-EE0BBCA70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F092-E328-4E95-923C-932A13AF99AC}" type="datetimeFigureOut">
              <a:rPr lang="id-ID" smtClean="0"/>
              <a:t>08/11/2025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BC892506-2774-3561-7212-574816233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13D3F857-973F-7B21-87BD-75AC032B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2906-C09F-42A4-805A-E6901272DB4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57888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E73B5D4-C12D-32A8-F549-043E1B66C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3F3CE342-F0A1-E3A8-481E-2E4967EA5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FD7969BE-0AE0-9C78-CB47-E16850B13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F092-E328-4E95-923C-932A13AF99AC}" type="datetimeFigureOut">
              <a:rPr lang="id-ID" smtClean="0"/>
              <a:t>08/11/2025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73FD4923-EAD3-BE05-F25C-EB31F5C7C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0ACB059F-1CCC-BBD0-5819-E3B764AB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2906-C09F-42A4-805A-E6901272DB4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86387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61819B9-4F27-93ED-850A-EB7CCA425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95361BFB-F8D5-BC1B-837E-D558FFECD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35D401C2-655F-949B-A35E-C62AEB648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F092-E328-4E95-923C-932A13AF99AC}" type="datetimeFigureOut">
              <a:rPr lang="id-ID" smtClean="0"/>
              <a:t>08/11/2025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0CCEDD09-7A3F-DF16-DBB4-028670D6D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A297B8A9-E0BE-E95A-3D52-0595800F3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2906-C09F-42A4-805A-E6901272DB4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11251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566EEC4-DF9B-8EAF-2C74-CCAD220FC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0E444D43-298F-6833-9C5A-CA404CBB8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EE04DCD7-CCAC-9877-7608-072FC6ADB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86BB569E-DE7D-56C0-D037-F97DE4740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F092-E328-4E95-923C-932A13AF99AC}" type="datetimeFigureOut">
              <a:rPr lang="id-ID" smtClean="0"/>
              <a:t>08/11/2025</a:t>
            </a:fld>
            <a:endParaRPr lang="id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1B3EB6B2-58C9-2488-73B7-B7E4F7F3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DE7352F5-5BA4-8513-1FD4-B655A9C3B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2906-C09F-42A4-805A-E6901272DB4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7678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73DAE868-E3CF-37B9-F36D-B23535DC6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6344ADC4-CB62-4ADE-A557-5D8624B9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5A1FDC84-F148-9464-B6E9-388139A61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5" name="Tampungan Teks 4">
            <a:extLst>
              <a:ext uri="{FF2B5EF4-FFF2-40B4-BE49-F238E27FC236}">
                <a16:creationId xmlns:a16="http://schemas.microsoft.com/office/drawing/2014/main" id="{5736E7F8-086C-2287-C6C6-4234CA2B7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Tampungan Konten 5">
            <a:extLst>
              <a:ext uri="{FF2B5EF4-FFF2-40B4-BE49-F238E27FC236}">
                <a16:creationId xmlns:a16="http://schemas.microsoft.com/office/drawing/2014/main" id="{1E65D9FF-8B56-722A-2ADB-9A2E33F09E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7" name="Tampungan Tanggal 6">
            <a:extLst>
              <a:ext uri="{FF2B5EF4-FFF2-40B4-BE49-F238E27FC236}">
                <a16:creationId xmlns:a16="http://schemas.microsoft.com/office/drawing/2014/main" id="{8D3A8437-541D-D7EA-F285-7B68AF11F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F092-E328-4E95-923C-932A13AF99AC}" type="datetimeFigureOut">
              <a:rPr lang="id-ID" smtClean="0"/>
              <a:t>08/11/2025</a:t>
            </a:fld>
            <a:endParaRPr lang="id-ID"/>
          </a:p>
        </p:txBody>
      </p:sp>
      <p:sp>
        <p:nvSpPr>
          <p:cNvPr id="8" name="Tampungan Kaki 7">
            <a:extLst>
              <a:ext uri="{FF2B5EF4-FFF2-40B4-BE49-F238E27FC236}">
                <a16:creationId xmlns:a16="http://schemas.microsoft.com/office/drawing/2014/main" id="{384F62E0-F51F-5043-3670-03451A102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Tampungan Nomor Slide 8">
            <a:extLst>
              <a:ext uri="{FF2B5EF4-FFF2-40B4-BE49-F238E27FC236}">
                <a16:creationId xmlns:a16="http://schemas.microsoft.com/office/drawing/2014/main" id="{D5AC6AB5-8BC2-A860-0558-151D3A94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2906-C09F-42A4-805A-E6901272DB4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0324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B519C16-F52C-256C-B414-718B0C4BC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96A68B4B-A1A7-055A-D240-94CE272B3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F092-E328-4E95-923C-932A13AF99AC}" type="datetimeFigureOut">
              <a:rPr lang="id-ID" smtClean="0"/>
              <a:t>08/11/2025</a:t>
            </a:fld>
            <a:endParaRPr lang="id-ID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191C9140-4789-E7C1-4541-B574D3DA9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051EE9FF-7888-D216-3A45-3E0C184D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2906-C09F-42A4-805A-E6901272DB4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14459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anggal 1">
            <a:extLst>
              <a:ext uri="{FF2B5EF4-FFF2-40B4-BE49-F238E27FC236}">
                <a16:creationId xmlns:a16="http://schemas.microsoft.com/office/drawing/2014/main" id="{CC161149-83A8-DE44-F466-414F38CCB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F092-E328-4E95-923C-932A13AF99AC}" type="datetimeFigureOut">
              <a:rPr lang="id-ID" smtClean="0"/>
              <a:t>08/11/2025</a:t>
            </a:fld>
            <a:endParaRPr lang="id-ID"/>
          </a:p>
        </p:txBody>
      </p:sp>
      <p:sp>
        <p:nvSpPr>
          <p:cNvPr id="3" name="Tampungan Kaki 2">
            <a:extLst>
              <a:ext uri="{FF2B5EF4-FFF2-40B4-BE49-F238E27FC236}">
                <a16:creationId xmlns:a16="http://schemas.microsoft.com/office/drawing/2014/main" id="{CA8633C5-4219-64BE-FB90-A85C4F95C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4AD7CE25-FB64-6B0E-2C6A-E6709E50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2906-C09F-42A4-805A-E6901272DB4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28150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220DB96-E4E0-D989-D388-35B0FDE88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AFC803BA-285B-17EB-43B4-E3EE10C6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9E431E71-B721-1244-5EE8-E48DEA8F2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C165CD0D-26EC-B675-45AB-B924326BC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F092-E328-4E95-923C-932A13AF99AC}" type="datetimeFigureOut">
              <a:rPr lang="id-ID" smtClean="0"/>
              <a:t>08/11/2025</a:t>
            </a:fld>
            <a:endParaRPr lang="id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D13304E6-CE3A-29F1-05BA-138E22074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6E5DCA79-64FA-1FB1-FFF8-58E11DEA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2906-C09F-42A4-805A-E6901272DB4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5182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1241FC9D-150B-F25D-5E4A-C409F07E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</a:p>
        </p:txBody>
      </p:sp>
      <p:sp>
        <p:nvSpPr>
          <p:cNvPr id="3" name="Tampungan Gambar 2">
            <a:extLst>
              <a:ext uri="{FF2B5EF4-FFF2-40B4-BE49-F238E27FC236}">
                <a16:creationId xmlns:a16="http://schemas.microsoft.com/office/drawing/2014/main" id="{6288E86C-CCC4-6374-18CC-81D9C37D79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1057BE33-02D2-150A-3009-937047071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AF7BEB1D-0FFF-A6E3-F2C3-80AE2E634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F092-E328-4E95-923C-932A13AF99AC}" type="datetimeFigureOut">
              <a:rPr lang="id-ID" smtClean="0"/>
              <a:t>08/11/2025</a:t>
            </a:fld>
            <a:endParaRPr lang="id-ID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75A1AFAD-0F2C-D844-9102-3851910C3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D7A3940E-330C-0774-11D9-86A7FBE7D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2906-C09F-42A4-805A-E6901272DB4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13856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E79BB34-F3CB-39FD-CD78-ECAB50190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B121687E-B011-DEE3-7963-DC7C75566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B6B8B6A1-51F5-F9A5-58EB-DA704EB90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F092-E328-4E95-923C-932A13AF99AC}" type="datetimeFigureOut">
              <a:rPr lang="id-ID" smtClean="0"/>
              <a:t>08/11/2025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01EFB349-EC33-EAD7-674B-B9BE4ADD2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2EBB11DB-E5D3-58F2-9F87-8528B4C3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2906-C09F-42A4-805A-E6901272DB4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19977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Vertikal 1">
            <a:extLst>
              <a:ext uri="{FF2B5EF4-FFF2-40B4-BE49-F238E27FC236}">
                <a16:creationId xmlns:a16="http://schemas.microsoft.com/office/drawing/2014/main" id="{DDA28FAF-1A90-6C1B-801A-FCB1E7E32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D5C3C654-5636-2DCC-D779-F316CA192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CC04C269-1129-54F7-2CF8-488D7F231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F092-E328-4E95-923C-932A13AF99AC}" type="datetimeFigureOut">
              <a:rPr lang="id-ID" smtClean="0"/>
              <a:t>08/11/2025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3895C16F-22D4-C922-2F5E-6675AD99C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903A7499-B317-5FFF-B827-0299AAE23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2906-C09F-42A4-805A-E6901272DB4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75574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Judul 1">
            <a:extLst>
              <a:ext uri="{FF2B5EF4-FFF2-40B4-BE49-F238E27FC236}">
                <a16:creationId xmlns:a16="http://schemas.microsoft.com/office/drawing/2014/main" id="{D2241F62-8FB3-5042-1933-021407A8D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B8071F75-7269-DFEC-A181-07E2779E6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00824AD7-C14F-0232-E9D6-79606273DD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4F092-E328-4E95-923C-932A13AF99AC}" type="datetimeFigureOut">
              <a:rPr lang="id-ID" smtClean="0"/>
              <a:t>08/11/2025</a:t>
            </a:fld>
            <a:endParaRPr lang="id-ID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DDA976CD-EAF9-8902-56C7-D7165F07F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157E1FAA-E43C-CC84-7248-82DC99993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02906-C09F-42A4-805A-E6901272DB4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24801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A2F89462-135C-FD8E-88C8-847358FACF3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id-ID" b="1" dirty="0"/>
              <a:t>SEKAPUR SIRIH</a:t>
            </a:r>
          </a:p>
        </p:txBody>
      </p:sp>
      <p:pic>
        <p:nvPicPr>
          <p:cNvPr id="5" name="Tampungan Konten 4">
            <a:extLst>
              <a:ext uri="{FF2B5EF4-FFF2-40B4-BE49-F238E27FC236}">
                <a16:creationId xmlns:a16="http://schemas.microsoft.com/office/drawing/2014/main" id="{45FD5FC8-207A-19E9-0268-2BDDB1F4F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562" y="2457166"/>
            <a:ext cx="2590933" cy="297830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Kotak Teks 5">
            <a:extLst>
              <a:ext uri="{FF2B5EF4-FFF2-40B4-BE49-F238E27FC236}">
                <a16:creationId xmlns:a16="http://schemas.microsoft.com/office/drawing/2014/main" id="{DFE0F797-6842-F936-284B-B08B6AC9A29A}"/>
              </a:ext>
            </a:extLst>
          </p:cNvPr>
          <p:cNvSpPr txBox="1"/>
          <p:nvPr/>
        </p:nvSpPr>
        <p:spPr>
          <a:xfrm>
            <a:off x="4571999" y="2238158"/>
            <a:ext cx="63464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b="1" dirty="0"/>
              <a:t>AGUNG BAITUL HIKMAH</a:t>
            </a:r>
          </a:p>
          <a:p>
            <a:r>
              <a:rPr lang="id-ID" sz="2400" b="1" dirty="0"/>
              <a:t>1. DOSEN </a:t>
            </a:r>
          </a:p>
          <a:p>
            <a:r>
              <a:rPr lang="id-ID" sz="2400" dirty="0"/>
              <a:t>     UNIVERSITAS BINA SARANA INFORMATIKA</a:t>
            </a:r>
          </a:p>
          <a:p>
            <a:r>
              <a:rPr lang="id-ID" sz="2400" dirty="0"/>
              <a:t>     TUTON UNIVERSITAS TERBUKA</a:t>
            </a:r>
          </a:p>
          <a:p>
            <a:r>
              <a:rPr lang="id-ID" sz="2400" b="1" dirty="0"/>
              <a:t>2. REVIEWER</a:t>
            </a:r>
          </a:p>
          <a:p>
            <a:r>
              <a:rPr lang="id-ID" sz="2400" dirty="0"/>
              <a:t>      UNIVERSITAS MUHAMMADIYAH TASIKMALAYA</a:t>
            </a:r>
          </a:p>
          <a:p>
            <a:pPr marL="342900" indent="-342900">
              <a:buAutoNum type="arabicPeriod" startAt="3"/>
            </a:pPr>
            <a:r>
              <a:rPr lang="id-ID" sz="2400" b="1" dirty="0"/>
              <a:t>ASESEOR KOMPETENSI PEMORGRAMAN</a:t>
            </a:r>
          </a:p>
          <a:p>
            <a:pPr marL="342900" indent="-342900">
              <a:buAutoNum type="arabicPeriod" startAt="3"/>
            </a:pPr>
            <a:r>
              <a:rPr lang="id-ID" sz="2400" b="1" dirty="0"/>
              <a:t>DICO INDONESIA</a:t>
            </a:r>
          </a:p>
          <a:p>
            <a:pPr marL="342900" indent="-342900">
              <a:buAutoNum type="arabicPeriod" startAt="3"/>
            </a:pPr>
            <a:r>
              <a:rPr lang="id-ID" sz="2400" b="1" dirty="0"/>
              <a:t>PENGURUS PDPI KOTA TASIKMALAYA</a:t>
            </a:r>
          </a:p>
        </p:txBody>
      </p:sp>
    </p:spTree>
    <p:extLst>
      <p:ext uri="{BB962C8B-B14F-4D97-AF65-F5344CB8AC3E}">
        <p14:creationId xmlns:p14="http://schemas.microsoft.com/office/powerpoint/2010/main" val="658005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CEBC6-7260-9B6F-49AE-1C4EAD9F9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4723E89-D3EB-2AEC-A38A-C137F069AAC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r>
              <a:rPr lang="id-ID" b="1" dirty="0"/>
              <a:t>PELAKSANAAN MK BERPRAKTIK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E4F54112-B8E6-D05C-EFA5-193C029F9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id-ID" sz="4000" dirty="0"/>
              <a:t>Perlu saya ingatkan bahwa </a:t>
            </a:r>
            <a:r>
              <a:rPr lang="id-ID" sz="4000" b="1" dirty="0"/>
              <a:t>partisipasi dan keaktifan Anda dalam tutorial </a:t>
            </a:r>
            <a:r>
              <a:rPr lang="id-ID" sz="4000" b="1" dirty="0" err="1"/>
              <a:t>online</a:t>
            </a:r>
            <a:r>
              <a:rPr lang="id-ID" sz="4000" dirty="0"/>
              <a:t> atau </a:t>
            </a:r>
            <a:r>
              <a:rPr lang="id-ID" sz="4000" dirty="0" err="1"/>
              <a:t>tuton</a:t>
            </a:r>
            <a:r>
              <a:rPr lang="id-ID" sz="4000" dirty="0"/>
              <a:t> ini akan memberikan </a:t>
            </a:r>
            <a:r>
              <a:rPr lang="id-ID" sz="4000" b="1" u="sng" dirty="0">
                <a:solidFill>
                  <a:srgbClr val="FF0000"/>
                </a:solidFill>
              </a:rPr>
              <a:t>kontribusi 50% (tugas 1, tugas 2, dan tugas 3)</a:t>
            </a:r>
            <a:r>
              <a:rPr lang="id-ID" sz="4000" b="1" dirty="0">
                <a:solidFill>
                  <a:srgbClr val="FF0000"/>
                </a:solidFill>
              </a:rPr>
              <a:t> </a:t>
            </a:r>
            <a:r>
              <a:rPr lang="id-ID" sz="4000" b="1" dirty="0"/>
              <a:t>terhadap nilai akhir mata kuliah</a:t>
            </a:r>
            <a:r>
              <a:rPr lang="id-ID" sz="4000" dirty="0"/>
              <a:t> Anda. Sedangkan, </a:t>
            </a:r>
            <a:r>
              <a:rPr lang="id-ID" sz="4000" b="1" dirty="0"/>
              <a:t>sisa kontribusi 50% terhadap nilai akhir mata kuliah</a:t>
            </a:r>
            <a:r>
              <a:rPr lang="id-ID" sz="4000" dirty="0"/>
              <a:t> </a:t>
            </a:r>
            <a:r>
              <a:rPr lang="id-ID" sz="4000" dirty="0" err="1"/>
              <a:t>anda</a:t>
            </a:r>
            <a:r>
              <a:rPr lang="id-ID" sz="4000" dirty="0"/>
              <a:t> diambil dari </a:t>
            </a:r>
            <a:r>
              <a:rPr lang="id-ID" sz="4000" b="1" dirty="0"/>
              <a:t>nilai UAS</a:t>
            </a:r>
            <a:r>
              <a:rPr lang="id-ID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5262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A10F2-6357-3A5E-31B4-402B06B46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FEF94C6A-F841-A628-95B6-43D6817D113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r>
              <a:rPr lang="id-ID" b="1" dirty="0"/>
              <a:t>PELAKSANAAN MK BERPRAKTIK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39D18A91-6A71-1258-08C7-DA77AFA14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d-ID" sz="4800" b="1" u="sng" dirty="0">
                <a:solidFill>
                  <a:srgbClr val="FF0000"/>
                </a:solidFill>
              </a:rPr>
              <a:t>PERHATIAN:</a:t>
            </a:r>
            <a:endParaRPr lang="id-ID" sz="4800" dirty="0">
              <a:solidFill>
                <a:srgbClr val="FF0000"/>
              </a:solidFill>
            </a:endParaRPr>
          </a:p>
          <a:p>
            <a:r>
              <a:rPr lang="id-ID" sz="4800" dirty="0"/>
              <a:t>Jika </a:t>
            </a:r>
            <a:r>
              <a:rPr lang="id-ID" sz="4800" b="1" dirty="0">
                <a:solidFill>
                  <a:srgbClr val="FF0000"/>
                </a:solidFill>
              </a:rPr>
              <a:t>salah satu tugas tidak dikerjakan</a:t>
            </a:r>
            <a:r>
              <a:rPr lang="id-ID" sz="4800" dirty="0"/>
              <a:t>, maka nilai akhir </a:t>
            </a:r>
            <a:r>
              <a:rPr lang="id-ID" sz="4800" b="1" dirty="0">
                <a:solidFill>
                  <a:srgbClr val="FF0000"/>
                </a:solidFill>
              </a:rPr>
              <a:t>mata kuliah menjadi E</a:t>
            </a:r>
            <a:r>
              <a:rPr lang="id-ID" sz="4800" dirty="0"/>
              <a:t>.</a:t>
            </a:r>
          </a:p>
          <a:p>
            <a:r>
              <a:rPr lang="id-ID" sz="4800" dirty="0"/>
              <a:t>Nilai kelulusan mata kuliah berpraktik </a:t>
            </a:r>
            <a:r>
              <a:rPr lang="id-ID" sz="4800" b="1" dirty="0">
                <a:solidFill>
                  <a:srgbClr val="FF0000"/>
                </a:solidFill>
              </a:rPr>
              <a:t>minimal C</a:t>
            </a:r>
            <a:r>
              <a:rPr lang="id-ID" sz="4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7137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2E8B-088C-502D-EE1A-95F27677A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7CE422C-C317-45E7-09C2-36F1C61468C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r>
              <a:rPr lang="id-ID" b="1" dirty="0"/>
              <a:t>PELAKSANAAN MK BERPRAKTIK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A118FFDC-D48C-1D37-BCA5-C4657A2C5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v-SE" dirty="0"/>
              <a:t>Tugas 1 (Aktivitas Belajar 4),</a:t>
            </a:r>
          </a:p>
          <a:p>
            <a:r>
              <a:rPr lang="sv-SE" dirty="0"/>
              <a:t>Tugas 2 (Aktivitas Belajar 8), dan</a:t>
            </a:r>
          </a:p>
          <a:p>
            <a:r>
              <a:rPr lang="sv-SE" dirty="0"/>
              <a:t>Tugas 3 (Aktivitas Belajar 12).</a:t>
            </a:r>
            <a:endParaRPr lang="id-ID" dirty="0"/>
          </a:p>
          <a:p>
            <a:r>
              <a:rPr lang="id-ID" dirty="0" err="1"/>
              <a:t>Tuweb</a:t>
            </a:r>
            <a:r>
              <a:rPr lang="id-ID" dirty="0"/>
              <a:t> 1 (</a:t>
            </a:r>
            <a:r>
              <a:rPr lang="sv-SE" dirty="0"/>
              <a:t>Aktivitas Belajar 1</a:t>
            </a:r>
            <a:r>
              <a:rPr lang="id-ID" dirty="0"/>
              <a:t>)</a:t>
            </a:r>
            <a:r>
              <a:rPr lang="sv-SE" dirty="0"/>
              <a:t>,</a:t>
            </a:r>
          </a:p>
          <a:p>
            <a:r>
              <a:rPr lang="id-ID" dirty="0" err="1"/>
              <a:t>Tuweb</a:t>
            </a:r>
            <a:r>
              <a:rPr lang="id-ID" dirty="0"/>
              <a:t> 2 (</a:t>
            </a:r>
            <a:r>
              <a:rPr lang="sv-SE" dirty="0"/>
              <a:t>Aktivitas Belajar 6</a:t>
            </a:r>
            <a:r>
              <a:rPr lang="id-ID" dirty="0"/>
              <a:t>)</a:t>
            </a:r>
            <a:r>
              <a:rPr lang="sv-SE" dirty="0"/>
              <a:t>,</a:t>
            </a:r>
          </a:p>
          <a:p>
            <a:r>
              <a:rPr lang="id-ID" dirty="0" err="1"/>
              <a:t>Tuweb</a:t>
            </a:r>
            <a:r>
              <a:rPr lang="id-ID" dirty="0"/>
              <a:t> 3 (</a:t>
            </a:r>
            <a:r>
              <a:rPr lang="sv-SE" dirty="0"/>
              <a:t>Aktivitas Belajar 10</a:t>
            </a:r>
            <a:r>
              <a:rPr lang="id-ID" dirty="0"/>
              <a:t>)</a:t>
            </a:r>
            <a:r>
              <a:rPr lang="sv-SE" dirty="0"/>
              <a:t>, dan</a:t>
            </a:r>
          </a:p>
          <a:p>
            <a:r>
              <a:rPr lang="id-ID" dirty="0" err="1"/>
              <a:t>Tuweb</a:t>
            </a:r>
            <a:r>
              <a:rPr lang="id-ID" dirty="0"/>
              <a:t> 4 (</a:t>
            </a:r>
            <a:r>
              <a:rPr lang="sv-SE" dirty="0"/>
              <a:t>Aktivitas Belajar 14</a:t>
            </a:r>
            <a:r>
              <a:rPr lang="id-ID" dirty="0"/>
              <a:t>).</a:t>
            </a:r>
          </a:p>
          <a:p>
            <a:r>
              <a:rPr lang="id-ID" dirty="0"/>
              <a:t>Diskusi (</a:t>
            </a:r>
            <a:r>
              <a:rPr lang="sv-SE" dirty="0"/>
              <a:t>Aktivitas Belajar 1</a:t>
            </a:r>
            <a:r>
              <a:rPr lang="id-ID" dirty="0"/>
              <a:t>)</a:t>
            </a:r>
            <a:r>
              <a:rPr lang="sv-SE" dirty="0"/>
              <a:t>, </a:t>
            </a:r>
            <a:endParaRPr lang="id-ID" dirty="0"/>
          </a:p>
          <a:p>
            <a:r>
              <a:rPr lang="id-ID" dirty="0"/>
              <a:t>Diskusi (</a:t>
            </a:r>
            <a:r>
              <a:rPr lang="sv-SE" dirty="0"/>
              <a:t>Aktivitas Belajar 2</a:t>
            </a:r>
            <a:r>
              <a:rPr lang="id-ID" dirty="0"/>
              <a:t>)</a:t>
            </a:r>
            <a:r>
              <a:rPr lang="sv-SE" dirty="0"/>
              <a:t>, </a:t>
            </a:r>
            <a:endParaRPr lang="id-ID" dirty="0"/>
          </a:p>
          <a:p>
            <a:r>
              <a:rPr lang="id-ID" dirty="0"/>
              <a:t>Diskusi (</a:t>
            </a:r>
            <a:r>
              <a:rPr lang="sv-SE" dirty="0"/>
              <a:t>Aktivitas Belajar 4</a:t>
            </a:r>
            <a:r>
              <a:rPr lang="id-ID" dirty="0"/>
              <a:t>)</a:t>
            </a:r>
            <a:r>
              <a:rPr lang="sv-SE" dirty="0"/>
              <a:t>,</a:t>
            </a:r>
            <a:r>
              <a:rPr lang="id-ID" dirty="0"/>
              <a:t> dan</a:t>
            </a:r>
          </a:p>
          <a:p>
            <a:r>
              <a:rPr lang="id-ID" dirty="0"/>
              <a:t>Diskusi (</a:t>
            </a:r>
            <a:r>
              <a:rPr lang="sv-SE" dirty="0"/>
              <a:t>Aktivitas Belajar 8</a:t>
            </a:r>
            <a:r>
              <a:rPr lang="id-ID" dirty="0"/>
              <a:t>).</a:t>
            </a:r>
            <a:r>
              <a:rPr lang="sv-SE" dirty="0"/>
              <a:t> </a:t>
            </a:r>
          </a:p>
          <a:p>
            <a:endParaRPr lang="id-ID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87118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CD6104C0-8CDA-9E1A-56B8-3DF17CA2CD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pic>
        <p:nvPicPr>
          <p:cNvPr id="7" name="Gambar 6">
            <a:extLst>
              <a:ext uri="{FF2B5EF4-FFF2-40B4-BE49-F238E27FC236}">
                <a16:creationId xmlns:a16="http://schemas.microsoft.com/office/drawing/2014/main" id="{A9D70566-22BD-4498-9855-9881D05423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433"/>
            <a:ext cx="12192000" cy="691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976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98EA-3ABC-6DF4-1D4D-811031DF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8139756-D7EE-5044-1571-32ABC260FB5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r>
              <a:rPr lang="id-ID" b="1" dirty="0"/>
              <a:t>PELAPORAN TUGAS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37423499-EBC2-4684-B25F-508CF201E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d-ID" b="1" dirty="0"/>
              <a:t>Pelaporan dan Penilaian:</a:t>
            </a:r>
            <a:br>
              <a:rPr lang="id-ID" dirty="0"/>
            </a:br>
            <a:r>
              <a:rPr lang="id-ID" dirty="0"/>
              <a:t>Laporkan kegiatan praktikum yang telah dilakukan dengan </a:t>
            </a:r>
            <a:r>
              <a:rPr lang="id-ID" dirty="0" err="1"/>
              <a:t>mengupload</a:t>
            </a:r>
            <a:r>
              <a:rPr lang="id-ID" dirty="0"/>
              <a:t> </a:t>
            </a:r>
            <a:r>
              <a:rPr lang="id-ID" b="1" u="sng" dirty="0" err="1">
                <a:solidFill>
                  <a:srgbClr val="FF0000"/>
                </a:solidFill>
              </a:rPr>
              <a:t>source</a:t>
            </a:r>
            <a:r>
              <a:rPr lang="id-ID" b="1" u="sng" dirty="0">
                <a:solidFill>
                  <a:srgbClr val="FF0000"/>
                </a:solidFill>
              </a:rPr>
              <a:t> </a:t>
            </a:r>
            <a:r>
              <a:rPr lang="id-ID" b="1" u="sng" dirty="0" err="1">
                <a:solidFill>
                  <a:srgbClr val="FF0000"/>
                </a:solidFill>
              </a:rPr>
              <a:t>code</a:t>
            </a:r>
            <a:r>
              <a:rPr lang="id-ID" b="1" u="sng" dirty="0">
                <a:solidFill>
                  <a:srgbClr val="FF0000"/>
                </a:solidFill>
              </a:rPr>
              <a:t> dan langkah praktiknya </a:t>
            </a:r>
            <a:r>
              <a:rPr lang="id-ID" dirty="0"/>
              <a:t>dan </a:t>
            </a:r>
            <a:r>
              <a:rPr lang="id-ID" b="1" u="sng" dirty="0" err="1">
                <a:solidFill>
                  <a:srgbClr val="FF0000"/>
                </a:solidFill>
              </a:rPr>
              <a:t>link</a:t>
            </a:r>
            <a:r>
              <a:rPr lang="id-ID" b="1" u="sng" dirty="0">
                <a:solidFill>
                  <a:srgbClr val="FF0000"/>
                </a:solidFill>
              </a:rPr>
              <a:t> rekaman video </a:t>
            </a:r>
            <a:r>
              <a:rPr lang="id-ID" dirty="0"/>
              <a:t>yang </a:t>
            </a:r>
            <a:r>
              <a:rPr lang="id-ID" dirty="0" err="1"/>
              <a:t>menampilan</a:t>
            </a:r>
            <a:r>
              <a:rPr lang="id-ID" dirty="0"/>
              <a:t>:</a:t>
            </a:r>
          </a:p>
          <a:p>
            <a:r>
              <a:rPr lang="id-ID" dirty="0"/>
              <a:t>Perkenalan identitas mahasiswa</a:t>
            </a:r>
          </a:p>
          <a:p>
            <a:r>
              <a:rPr lang="id-ID" dirty="0"/>
              <a:t>Langkah-langkah praktik yang Anda lakukan disertai aktivitas kegiatan mahasiswa</a:t>
            </a:r>
          </a:p>
          <a:p>
            <a:r>
              <a:rPr lang="id-ID" dirty="0"/>
              <a:t>Hasil dan Analisa praktik yang telah dilakukan</a:t>
            </a:r>
          </a:p>
          <a:p>
            <a:r>
              <a:rPr lang="id-ID" dirty="0"/>
              <a:t>Kata-kata penutup dari mahasiswa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0672145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253</Words>
  <Application>Microsoft Office PowerPoint</Application>
  <PresentationFormat>Layar Lebar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Office</vt:lpstr>
      <vt:lpstr>SEKAPUR SIRIH</vt:lpstr>
      <vt:lpstr>PELAKSANAAN MK BERPRAKTIK</vt:lpstr>
      <vt:lpstr>PELAKSANAAN MK BERPRAKTIK</vt:lpstr>
      <vt:lpstr>PELAKSANAAN MK BERPRAKTIK</vt:lpstr>
      <vt:lpstr>Presentasi PowerPoint</vt:lpstr>
      <vt:lpstr>PELAPORAN TUGAS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Agung Baitul Hikmah</dc:creator>
  <cp:lastModifiedBy>Agung Baitul Hikmah</cp:lastModifiedBy>
  <cp:revision>11</cp:revision>
  <dcterms:created xsi:type="dcterms:W3CDTF">2025-11-07T03:23:59Z</dcterms:created>
  <dcterms:modified xsi:type="dcterms:W3CDTF">2025-11-08T00:05:04Z</dcterms:modified>
</cp:coreProperties>
</file>